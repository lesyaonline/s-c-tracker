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5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52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6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69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64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6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3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48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71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70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61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01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0C8CD-230D-4D89-906E-97527A35F3C5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7A514-471E-4715-BC7C-D3F9BEF62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85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6278252"/>
            <a:ext cx="12192000" cy="5797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30977" y="2912882"/>
            <a:ext cx="1734532" cy="6881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648170" y="2819605"/>
            <a:ext cx="499620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spc="-3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S&amp;C Tracker</a:t>
            </a:r>
            <a:endParaRPr lang="ru-RU" sz="5400" spc="-3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941960" y="2819605"/>
            <a:ext cx="172354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spc="-3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S&amp;C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121122" y="6383459"/>
            <a:ext cx="2050305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ru-RU" spc="-15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Project</a:t>
            </a:r>
            <a:r>
              <a:rPr lang="ru-RU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pc="-15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Pitch</a:t>
            </a:r>
            <a:r>
              <a:rPr lang="ru-RU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pc="-15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Day</a:t>
            </a:r>
            <a:endParaRPr lang="ru-RU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558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175208" y="2644170"/>
            <a:ext cx="98415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Проблемы</a:t>
            </a:r>
            <a:r>
              <a:rPr lang="en-US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,</a:t>
            </a:r>
            <a:r>
              <a:rPr lang="ru-RU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которые мы можем решить</a:t>
            </a:r>
            <a:endParaRPr lang="ru-RU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64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3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2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7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7955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7345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7201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4272" cy="6858000"/>
          </a:xfrm>
        </p:spPr>
      </p:pic>
    </p:spTree>
    <p:extLst>
      <p:ext uri="{BB962C8B-B14F-4D97-AF65-F5344CB8AC3E}">
        <p14:creationId xmlns:p14="http://schemas.microsoft.com/office/powerpoint/2010/main" val="382685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6466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9048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02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1924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6136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566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0580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507531" y="1769881"/>
            <a:ext cx="7202078" cy="33182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665898" y="2984076"/>
            <a:ext cx="28242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spc="-3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Tracker</a:t>
            </a:r>
            <a:endParaRPr lang="ru-RU" sz="5400" dirty="0"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978501" y="3109975"/>
            <a:ext cx="1687397" cy="6380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931757" y="2967333"/>
            <a:ext cx="17808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spc="-300" dirty="0">
                <a:solidFill>
                  <a:schemeClr val="bg1"/>
                </a:solidFill>
                <a:latin typeface="Arial Black" panose="020B0A04020102020204" pitchFamily="34" charset="0"/>
              </a:rPr>
              <a:t>S&amp;C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507531" y="65988"/>
            <a:ext cx="7202078" cy="1564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3695" y="65989"/>
            <a:ext cx="2290713" cy="25169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234" y="-3"/>
            <a:ext cx="4087852" cy="229941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197" y="33276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79618" y="202081"/>
            <a:ext cx="666312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На 100% </a:t>
            </a:r>
            <a:r>
              <a:rPr lang="en-US" sz="26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ECO friendly</a:t>
            </a:r>
            <a:endParaRPr lang="ru-RU" sz="2600" dirty="0" smtClean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r>
              <a:rPr lang="ru-RU" sz="26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Не создает углеродные</a:t>
            </a:r>
            <a:endParaRPr lang="en-US" sz="2600" dirty="0" smtClean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r>
              <a:rPr lang="ru-RU" sz="26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загрязнения </a:t>
            </a:r>
            <a:endParaRPr lang="ru-RU" sz="26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91571" y="2731416"/>
            <a:ext cx="2290713" cy="39781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62" y="5503486"/>
            <a:ext cx="952500" cy="95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7964" y="2984076"/>
            <a:ext cx="2073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Круглосуточное отслеживание акций </a:t>
            </a:r>
            <a:r>
              <a:rPr lang="ru-RU" sz="2400" dirty="0" err="1" smtClean="0">
                <a:solidFill>
                  <a:srgbClr val="0070C0"/>
                </a:solidFill>
                <a:latin typeface="Arial Black" panose="020B0A04020102020204" pitchFamily="34" charset="0"/>
              </a:rPr>
              <a:t>Мосбиржи</a:t>
            </a:r>
            <a:r>
              <a:rPr lang="ru-RU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 и </a:t>
            </a:r>
            <a:r>
              <a:rPr lang="en-US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NYSE</a:t>
            </a:r>
            <a:r>
              <a:rPr lang="ru-RU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519396" y="5227160"/>
            <a:ext cx="4081806" cy="148236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3911986" y="5496004"/>
            <a:ext cx="25169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Абсолютно Бесплатно </a:t>
            </a:r>
            <a:endParaRPr lang="ru-RU" sz="28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308" y="5491202"/>
            <a:ext cx="1098420" cy="954284"/>
          </a:xfrm>
          <a:prstGeom prst="rect">
            <a:avLst/>
          </a:prstGeom>
        </p:spPr>
      </p:pic>
      <p:sp>
        <p:nvSpPr>
          <p:cNvPr id="20" name="Скругленный прямоугольник 19"/>
          <p:cNvSpPr/>
          <p:nvPr/>
        </p:nvSpPr>
        <p:spPr>
          <a:xfrm>
            <a:off x="6723114" y="5227160"/>
            <a:ext cx="5277208" cy="14823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5321" y="5503486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62126" y="5379571"/>
            <a:ext cx="4384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Круглосуточное отслеживание </a:t>
            </a:r>
            <a:r>
              <a:rPr lang="ru-RU" sz="2400" dirty="0" err="1" smtClean="0">
                <a:solidFill>
                  <a:srgbClr val="0070C0"/>
                </a:solidFill>
                <a:latin typeface="Arial Black" panose="020B0A04020102020204" pitchFamily="34" charset="0"/>
              </a:rPr>
              <a:t>тикетов</a:t>
            </a:r>
            <a:r>
              <a:rPr lang="ru-RU" sz="24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 smtClean="0">
                <a:solidFill>
                  <a:srgbClr val="0070C0"/>
                </a:solidFill>
                <a:latin typeface="Arial Black" panose="020B0A04020102020204" pitchFamily="34" charset="0"/>
              </a:rPr>
              <a:t>криптовалют</a:t>
            </a:r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9873335" y="2488676"/>
            <a:ext cx="2221255" cy="25994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2414" y="3953655"/>
            <a:ext cx="952500" cy="952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3335" y="2799829"/>
            <a:ext cx="2373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Отслеживание изменения прибыли 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9822733" y="65989"/>
            <a:ext cx="2271858" cy="23001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10341453" y="799840"/>
            <a:ext cx="1658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99+</a:t>
            </a:r>
            <a:endParaRPr lang="ru-RU" sz="48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22732" y="455067"/>
            <a:ext cx="256061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Дополнительных</a:t>
            </a:r>
            <a:endParaRPr lang="ru-RU" sz="17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15997" y="1570095"/>
            <a:ext cx="24613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Функций при релизе сайта</a:t>
            </a:r>
            <a:endParaRPr lang="ru-RU" sz="17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448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428214" y="2894030"/>
            <a:ext cx="533557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DREAMTEAM</a:t>
            </a:r>
            <a:endParaRPr lang="ru-RU" sz="5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4268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4416" y="348792"/>
            <a:ext cx="4949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Наша команда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:</a:t>
            </a:r>
            <a:endParaRPr lang="ru-RU" sz="36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9937" y="1640264"/>
            <a:ext cx="74377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1. 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Драгун Никита (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Product Leader/Designer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2. Романюк Олеся (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Developer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3. </a:t>
            </a:r>
            <a:r>
              <a:rPr lang="ru-RU" sz="3200" dirty="0" err="1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Рассказкина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 Анна (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Developer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4. Пономарева Анна (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Business Analyst / System Analyst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)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82</Words>
  <Application>Microsoft Office PowerPoint</Application>
  <PresentationFormat>Широкоэкранный</PresentationFormat>
  <Paragraphs>22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Chokopai</dc:creator>
  <cp:lastModifiedBy>Chokopai</cp:lastModifiedBy>
  <cp:revision>12</cp:revision>
  <dcterms:created xsi:type="dcterms:W3CDTF">2026-02-27T17:22:06Z</dcterms:created>
  <dcterms:modified xsi:type="dcterms:W3CDTF">2026-02-27T23:50:26Z</dcterms:modified>
</cp:coreProperties>
</file>